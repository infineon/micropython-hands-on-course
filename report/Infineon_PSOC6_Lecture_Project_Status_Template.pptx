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9"/>
  </p:notesMasterIdLst>
  <p:handoutMasterIdLst>
    <p:handoutMasterId r:id="rId10"/>
  </p:handoutMasterIdLst>
  <p:sldIdLst>
    <p:sldId id="2147471886" r:id="rId5"/>
    <p:sldId id="2147483462" r:id="rId6"/>
    <p:sldId id="2147483464" r:id="rId7"/>
    <p:sldId id="2147471884" r:id="rId8"/>
  </p:sldIdLst>
  <p:sldSz cx="12192000" cy="6858000"/>
  <p:notesSz cx="7099300" cy="10234613"/>
  <p:custDataLst>
    <p:tags r:id="rId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79" d="100"/>
          <a:sy n="79" d="100"/>
        </p:scale>
        <p:origin x="1142" y="72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‹Nr.›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‹Nr.›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‹Nr.›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Enlightening wizards</a:t>
            </a:r>
            <a:endParaRPr lang="en-US" sz="2000" b="1" i="1" dirty="0">
              <a:solidFill>
                <a:schemeClr val="bg1"/>
              </a:solidFill>
              <a:latin typeface="+mn-lt"/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</a:t>
            </a:r>
            <a:r>
              <a:rPr lang="en-US" sz="1600" i="1" dirty="0">
                <a:solidFill>
                  <a:schemeClr val="bg1"/>
                </a:solidFill>
                <a:latin typeface="+mn-lt"/>
              </a:rPr>
              <a:t> Knezevic Leontina, Gassner Manuel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43317" y="2209138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Reviewed lecture contents and deepened the understanding of all the software tools</a:t>
            </a:r>
            <a:endParaRPr lang="de-DE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Successfully connected the microcontroller to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Studio via the private </a:t>
            </a:r>
            <a:r>
              <a:rPr lang="en-US" dirty="0" err="1">
                <a:solidFill>
                  <a:schemeClr val="tx1"/>
                </a:solidFill>
              </a:rPr>
              <a:t>WiFi</a:t>
            </a:r>
            <a:r>
              <a:rPr lang="en-US" dirty="0">
                <a:solidFill>
                  <a:schemeClr val="tx1"/>
                </a:solidFill>
              </a:rPr>
              <a:t> and hotspot</a:t>
            </a:r>
            <a:endParaRPr lang="de-DE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Initialized the necessary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projects and configured the preprocessor for training the models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the initial phase of data collection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Coded the basic structure of the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programm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Conduct more data acquisition sessions over the weekend, involving multiple test subjects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Train the first AI-models based on our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to integrate the model into a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Clarification between the “train”, “validation” and “test” datasets and their differences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How long to wait in the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main loop bevor the next iteration.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299A1D5-F553-4264-9022-E0136C61CE27}">
  <ds:schemaRefs>
    <ds:schemaRef ds:uri="http://purl.org/dc/elements/1.1/"/>
    <ds:schemaRef ds:uri="http://schemas.microsoft.com/office/infopath/2007/PartnerControls"/>
    <ds:schemaRef ds:uri="http://schemas.microsoft.com/sharepoint/v3"/>
    <ds:schemaRef ds:uri="http://www.w3.org/XML/1998/namespace"/>
    <ds:schemaRef ds:uri="http://purl.org/dc/dcmitype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3df75a81-b7cb-4783-ab8b-190cb7919186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253</Words>
  <Application>Microsoft Office PowerPoint</Application>
  <PresentationFormat>Breitbild</PresentationFormat>
  <Paragraphs>43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6" baseType="lpstr">
      <vt:lpstr>Arial</vt:lpstr>
      <vt:lpstr>Infineon 16:9</vt:lpstr>
      <vt:lpstr> Infineon PSOC6 Lecture project status 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Gassner, Manuel</cp:lastModifiedBy>
  <cp:revision>24</cp:revision>
  <cp:lastPrinted>2026-02-13T14:27:28Z</cp:lastPrinted>
  <dcterms:created xsi:type="dcterms:W3CDTF">2024-04-15T16:23:15Z</dcterms:created>
  <dcterms:modified xsi:type="dcterms:W3CDTF">2026-02-13T14:27:30Z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