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79" d="100"/>
          <a:sy n="79" d="100"/>
        </p:scale>
        <p:origin x="1142" y="7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add your team name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add your team members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43317" y="2209138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Reviewed lecture contents and deepened the understanding of all the software tools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Successfully connected the microcontroller to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Studio via the private </a:t>
            </a:r>
            <a:r>
              <a:rPr lang="en-US" dirty="0" err="1">
                <a:solidFill>
                  <a:schemeClr val="tx1"/>
                </a:solidFill>
              </a:rPr>
              <a:t>WiFi</a:t>
            </a:r>
            <a:r>
              <a:rPr lang="en-US" dirty="0">
                <a:solidFill>
                  <a:schemeClr val="tx1"/>
                </a:solidFill>
              </a:rPr>
              <a:t> and hotspot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Initialized the necessary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projects and configured the preprocessor for training the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the initial phase of data collection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Conduct more data acquisition sessions over the weekend, involving multiple test subjects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Train the first AI-models based on our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to integrate the model into a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Clarification between the “train”, “validation” and “test” datasets and their differences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sharepoint/v3"/>
    <ds:schemaRef ds:uri="http://schemas.microsoft.com/office/2006/documentManagement/types"/>
    <ds:schemaRef ds:uri="http://purl.org/dc/terms/"/>
    <ds:schemaRef ds:uri="http://purl.org/dc/elements/1.1/"/>
    <ds:schemaRef ds:uri="http://purl.org/dc/dcmitype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3df75a81-b7cb-4783-ab8b-190cb7919186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232</Words>
  <Application>Microsoft Office PowerPoint</Application>
  <PresentationFormat>Breitbild</PresentationFormat>
  <Paragraphs>41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6" baseType="lpstr">
      <vt:lpstr>Arial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Gassner, Manuel</cp:lastModifiedBy>
  <cp:revision>19</cp:revision>
  <cp:lastPrinted>2026-02-12T23:01:43Z</cp:lastPrinted>
  <dcterms:created xsi:type="dcterms:W3CDTF">2024-04-15T16:23:15Z</dcterms:created>
  <dcterms:modified xsi:type="dcterms:W3CDTF">2026-02-12T23:04:47Z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