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9"/>
  </p:notesMasterIdLst>
  <p:handoutMasterIdLst>
    <p:handoutMasterId r:id="rId10"/>
  </p:handoutMasterIdLst>
  <p:sldIdLst>
    <p:sldId id="2147471886" r:id="rId5"/>
    <p:sldId id="2147483462" r:id="rId6"/>
    <p:sldId id="2147483464" r:id="rId7"/>
    <p:sldId id="2147471884" r:id="rId8"/>
  </p:sldIdLst>
  <p:sldSz cx="12192000" cy="6858000"/>
  <p:notesSz cx="7099300" cy="10234613"/>
  <p:custDataLst>
    <p:tags r:id="rId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49" autoAdjust="0"/>
    <p:restoredTop sz="94696" autoAdjust="0"/>
  </p:normalViewPr>
  <p:slideViewPr>
    <p:cSldViewPr snapToObjects="1" showGuides="1">
      <p:cViewPr>
        <p:scale>
          <a:sx n="88" d="100"/>
          <a:sy n="88" d="100"/>
        </p:scale>
        <p:origin x="600" y="5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Radar Box Item classification</a:t>
            </a:r>
            <a:endParaRPr lang="en-US" sz="2000" b="1" i="1" dirty="0">
              <a:solidFill>
                <a:schemeClr val="bg1"/>
              </a:solidFill>
              <a:latin typeface="+mn-lt"/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  Marcel Mader, Fuchs Harald, Manuel Hackl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36449" y="2223329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Formed team of 3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defined use case: "Radar-based container presence detection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recorded initial datasets for static object detection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Developed and compared 1D-Convolution and 2D-Convolution architectures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1D-CNN prototype operational detects empty box in fixed setup with high positional sensitivity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Collect data in varied environments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 </a:t>
            </a:r>
            <a:r>
              <a:rPr lang="de-DE" dirty="0" err="1"/>
              <a:t>bias</a:t>
            </a:r>
            <a:endParaRPr lang="de-DE" dirty="0"/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Train for positional variance (move box slightly during recording) to fix "exact position" dependency.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Validate model performance under changing environmental conditions 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Current model overfits to the specific lab setup/background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Model fails if the box is shifted slightly, need strategies for spatial invariance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Best practices for training a model that works across different locations (Home vs. Lab)?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260</Words>
  <Application>Microsoft Office PowerPoint</Application>
  <PresentationFormat>Widescreen</PresentationFormat>
  <Paragraphs>45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Infineon 16:9</vt:lpstr>
      <vt:lpstr> Infineon PSOC6 Lecture project status 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Fuchs, Harald</cp:lastModifiedBy>
  <cp:revision>12</cp:revision>
  <dcterms:created xsi:type="dcterms:W3CDTF">2024-04-15T16:23:15Z</dcterms:created>
  <dcterms:modified xsi:type="dcterms:W3CDTF">2026-02-13T15:15:04Z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